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34 OF 55  •  RESEARCH &amp; IMPLEMENTATION DECK</a:t>
            </a:r>
          </a:p>
          <a:p>
            <a:pPr>
              <a:spcBef>
                <a:spcPts val="1400"/>
              </a:spcBef>
              <a:defRPr sz="3200" b="1">
                <a:solidFill>
                  <a:srgbClr val="FFFFFF"/>
                </a:solidFill>
              </a:defRPr>
            </a:pPr>
            <a:r>
              <a:t>AI-BASED ROAD DAMAGE DETECTION AND SEVERITY CLASSIFICATION USING YOLO AND DEEP LEARNING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34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"Road infrastructure maintenance is critical for ensuring public safety, reducing vehicle wear, and optimizing municipal budgets. Traditional road inspection methods rely on manual surveys or dedicated scanning vehicles, which are slow, labor-intensive, and expensive. To address these challenges, this study proposes an AI-based road damage detection and severity classification system utilizing the YOLO (You Only Look Once) framework combined with deep learning architectures. The system processes...</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34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34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34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34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34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34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