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44 OF 55  •  RESEARCH &amp; IMPLEMENTATION DECK</a:t>
            </a:r>
          </a:p>
          <a:p>
            <a:pPr>
              <a:spcBef>
                <a:spcPts val="1400"/>
              </a:spcBef>
              <a:defRPr sz="3200" b="1">
                <a:solidFill>
                  <a:srgbClr val="FFFFFF"/>
                </a:solidFill>
              </a:defRPr>
            </a:pPr>
            <a:r>
              <a:t>INTELLIGENT RESUME SCREENING AND JOB MATCHING USING NATURAL LANGUAGE PROCESSING</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44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"Modern talent acquisition processes involve processing hundreds of candidate resumes for every job opening, creating significant administrative bottlenecks for human resource departments. Standard keyword-matching applicant tracking systems (ATS) often fail to capture contextual semantics, leading to qualified candidates being erroneously screened out due to minor phrasing discrepancies. To overcome these limitations, this paper proposes an intelligent resume screening and candidate-job matchin...</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44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44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44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44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44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44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