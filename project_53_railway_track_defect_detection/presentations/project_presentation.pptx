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53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Intelligent Railway Track Defect Detection Using Computer Vision and Deep Learning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Railway track inspection is traditionally dependent on periodic manual examination and specialized inspection equipment. This project proposes a computer-vision-based system that analyzes images or video captured from a moving inspection vehicle to identify visible railway defects. The system detects multiple defect categories including surface cracks, missing components, abnormal joints, track-surface deterioration, and foreign objects. A segmentation-based deep-learning model localizes the def...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