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09 OF 55  •  RESEARCH &amp; IMPLEMENTATION DECK</a:t>
            </a:r>
          </a:p>
          <a:p>
            <a:pPr>
              <a:spcBef>
                <a:spcPts val="1400"/>
              </a:spcBef>
              <a:defRPr sz="3200" b="1">
                <a:solidFill>
                  <a:srgbClr val="FFFFFF"/>
                </a:solidFill>
              </a:defRPr>
            </a:pPr>
            <a:r>
              <a:t>DEA-RNN: A Combined Deep Learning Method for Cyberbullying Detection on Twitter</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09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Cyberbullying is an important issue for our society and has a major negative effect on the victims that can be highly damaging due to the frequency and high propagation provided by Information Technologies. Therefore, the early detection of cyberbullying in social networks becomes crucial to mitigate the impact on the victims. In this article, we aim to explore different approaches that take into account the time in the detection of cyberbullying in social networks. We follow a supervised learni...</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09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09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09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09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09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09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