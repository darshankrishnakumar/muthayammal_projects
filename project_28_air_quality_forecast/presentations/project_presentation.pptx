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28 OF 55  •  RESEARCH &amp; IMPLEMENTATION DECK</a:t>
            </a:r>
          </a:p>
          <a:p>
            <a:pPr>
              <a:spcBef>
                <a:spcPts val="1400"/>
              </a:spcBef>
              <a:defRPr sz="3200" b="1">
                <a:solidFill>
                  <a:srgbClr val="FFFFFF"/>
                </a:solidFill>
              </a:defRPr>
            </a:pPr>
            <a:r>
              <a:t>AI-BASED AIR QUALITY FORECASTING AND POLLUTION LEVEL PREDICTION USING TIME-SERIES DEEP LEARNING</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"AI-Based Air Quality Forecasting and Pollution Level Prediction Using Time-Series Deep Learning is a comprehensive and crucial project aimed at addressing unexpected environmental hazards, public health risks, and air pollution inefficiencies in modern urban and industrial environments. As industrialization and urbanization accelerate, cities increasingly rely on interconnected monitoring networks that continuously generate complex environmental metrics, making them prime targets for sudden haz...</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28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