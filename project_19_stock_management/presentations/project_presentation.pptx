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19 OF 55  •  RESEARCH &amp; IMPLEMENTATION DECK</a:t>
            </a:r>
          </a:p>
          <a:p>
            <a:pPr>
              <a:spcBef>
                <a:spcPts val="1400"/>
              </a:spcBef>
              <a:defRPr sz="3200" b="1">
                <a:solidFill>
                  <a:srgbClr val="FFFFFF"/>
                </a:solidFill>
              </a:defRPr>
            </a:pPr>
            <a:r>
              <a:t>Stock Market price</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19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This work is aimed at developing a hardware based system named Stock Management System for managing the stock system of any organization. The Stock Management System (SMS) refers to the system and processes to manage the stock of organization with the involvement of Technology system. This system can be used to store the details of the stock, stock maintenance, update the stock based on the sales details, and generate sales and stock report daily or weekly based. This project is categorize indiv...</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19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19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19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19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19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19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