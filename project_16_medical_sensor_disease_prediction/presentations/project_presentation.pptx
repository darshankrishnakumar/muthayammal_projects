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16 OF 55  •  RESEARCH &amp; IMPLEMENTATION DECK</a:t>
            </a:r>
          </a:p>
          <a:p>
            <a:pPr>
              <a:spcBef>
                <a:spcPts val="1400"/>
              </a:spcBef>
              <a:defRPr sz="3200" b="1">
                <a:solidFill>
                  <a:srgbClr val="FFFFFF"/>
                </a:solidFill>
              </a:defRPr>
            </a:pPr>
            <a:r>
              <a:t>Medical Sensor-Based Disease Prediction and Recommendation Using CNN Algorithm</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16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The rapid growth of wearable medical sensors has enabled continuous monitoring of vital health parameters, offering new opportunities for early disease prediction. This project proposes a Medical Sensor-Based Disease Prediction and Recommendation System using a Convolutional Neural Network (CNN) algorithm. Sensor data such as heart rate, blood pressure, oxygen level, temperature, and ECG signals are collected and processed to identify abnormal health patterns. The CNN model learns deep features ...</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16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16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16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16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16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16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