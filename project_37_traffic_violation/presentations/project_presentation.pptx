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37 OF 55  •  RESEARCH &amp; IMPLEMENTATION DECK</a:t>
            </a:r>
          </a:p>
          <a:p>
            <a:pPr>
              <a:spcBef>
                <a:spcPts val="1400"/>
              </a:spcBef>
              <a:defRPr sz="3200" b="1">
                <a:solidFill>
                  <a:srgbClr val="FFFFFF"/>
                </a:solidFill>
              </a:defRPr>
            </a:pPr>
            <a:r>
              <a:t>AI-BASED TRAFFIC VIOLATION DETECTION AND AUTOMATED LICENSE PLATE RECOGNITION SYSTEM</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"As urban vehicle density continues to grow, enforcing traffic rules and maintaining road order have become increasingly challenging for law enforcement agencies. Traditional manual monitoring is insufficient for continuous surveillance and prone to human error. To address this, this study proposes an AI-based traffic violation detection and automated license plate recognition (ALPR) system. The system integrates advanced computer vision and deep learning algorithms to automatically monitor traf...</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