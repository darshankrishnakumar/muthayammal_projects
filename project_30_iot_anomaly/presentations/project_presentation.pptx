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30 OF 55  •  RESEARCH &amp; IMPLEMENTATION DECK</a:t>
            </a:r>
          </a:p>
          <a:p>
            <a:pPr>
              <a:spcBef>
                <a:spcPts val="1400"/>
              </a:spcBef>
              <a:defRPr sz="3200" b="1">
                <a:solidFill>
                  <a:srgbClr val="FFFFFF"/>
                </a:solidFill>
              </a:defRPr>
            </a:pPr>
            <a:r>
              <a:t>Extended Abstract: AI-Based IoT Device Anomaly Detection for Smart Home Security</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"AI-Based IoT Device Anomaly Detection for Smart Home Security is a comprehensive and crucial project aimed at addressing the mounting cybersecurity threats present in modern connected residential environments. As the proliferation of Internet of Things (IoT) devices accelerates, households increasingly rely on interconnected systems that handle sensitive personal data, making them prime targets for malicious actors. Traditional security methods often rely on static rules and manual monitoring, ...</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