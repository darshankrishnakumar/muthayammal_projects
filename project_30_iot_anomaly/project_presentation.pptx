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COLLEGE CAPSTONE ENGINEERING PORTFOLIO • PROJECT 30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AI-Based IoT Device Anomaly Detection for Smart Home Security</a:t>
            </a:r>
          </a:p>
          <a:p>
            <a:pPr>
              <a:defRPr sz="1600">
                <a:solidFill>
                  <a:srgbClr val="EF4444"/>
                </a:solidFill>
              </a:defRPr>
            </a:pPr>
            <a:r>
              <a:t>Deep Bottleneck Autoencoder Reconstruction Loss &amp; Zero-Trust Threat Signature Mitigation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Production Architecture: Dual PyTorch Models • 5,500 Network Telemetry Records • SQLite WAL Persistence • Zero-Trust 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Connected Smart Home Vulnerabilities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Expanding Residential Attack Surface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Modern smart homes contain an average of 15 to 25 connected IoT endpoints (cameras, locks, thermostats).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Most IoT consumer firmware lacks endpoint security agents, secure boot, or automated patch mechanisms.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Compromised devices serve as footholds for Mirai-style botnets, lateral pivoting, and internal eavesdropping.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Default passwords, exposed Telnet/UPnP ports, and unencrypted traffic invite automated zero-day exploitation.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Limitations of Traditional Defenses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Static Rule Engines: Snort/Suricata signature rules fail against novel obfuscated attacks and DNS tunnels.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Manual Port Blocking: End-users lack the networking expertise to inspect packet dumps or configure ACLs.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Compute Constraints: High-end NIDS solutions cannot run on budget residential edge gateways and routers.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High False Alarm Rates: Burst video streaming or OTA firmware updates trigger disruptive false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Threat Taxonomy: Modeled Attack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Critical Severity Threats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Mirai Botnet C&amp;C: Outbound brute-force scanning on Telnet (Port 23/2323), high connection frequency, high packet entropy.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SYN Flood DDoS: Asymmetric volumetric flood with incomplete TCP handshakes (SYN ratio &gt; 0.88), saturating target gateway queues.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Mitigation: Immediate automated MAC quarantine, port severance, and SYN cookies.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High Severity Threats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External Port Scan: Rapid sequential port probes across subnet IPs to discover open vulnerable services.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Covert Data Exfiltration: Large packet payloads with maximum entropy (&gt;7.4) tunneling encrypted data over DNS/HTTPS.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Mitigation: Remote scanner subnet blocking and outbound DNS tunnel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Medium &amp; Baseline Traffic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Brute-Force SSH Auth: Rapid credential guessing bursts on Port 22 with elevated TCP retransmission rates.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Normal Baseline Traffic: Expected benign device behaviors (RTSP video streaming, MQTT sensor telemetry, TLS web queries).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Mitigation: Fail2ban IP banning for SSH; whitelisting for verified benign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Dual-Model Anomaly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Feature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8-Dimensional Telemetry: Packet size, packet rate, SYN ratio, payload entropy, conn frequency, byte rate, port diversity, retransmission rate.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Continuous standardization via dataset mean and standard deviation scalers.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Sub-millisecond feature extraction directly from IP traffic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Dual Neural Engines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Model 1: Deep Bottleneck Autoencoder trained strictly on benign baseline profiles to minimize reconstruction MSE 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Model 2: Residual Threat Classifier fusing 8 features + Autoencoder reconstruction error (9D) into 6-class threat probability.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Mean inference latency: &lt;4ms on lightweight edge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Zero-Trust Enforcement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Anomaly Score (0-100) mapped from reconstruction 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Zero-Trust policy: Critical threats immediately isolate device MAC address.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SQLite Write-Ahead Logging (WAL) captures all intrusion events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Model 1: IoTAnomalyAutoencoder (Reconstruction Loss)</a:t>
            </a:r>
          </a:p>
        </p:txBody>
      </p:sp>
      <p:pic>
        <p:nvPicPr>
          <p:cNvPr id="4" name="Picture 3" descr="02_autoencoder_loss_reconstru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Unsupervised Anomaly Formulation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Bottleneck Architecture: Linear(8, 16) -&gt; Linear(16, 8) -&gt; Linear(8, 4) latent space -&gt; Linear(4, 8) -&gt; Linear(8, 16) -&gt; Linear(16, 8).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LayerNorm and LeakyReLU(0.2) activations stabilize latent gradient flow.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Reconstruction MSE: Err = (1/N) * sum((x_i - rec_i)^2).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Trained exclusively on benign traffic; normal flows yield error &lt; 0.20.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Intrusion flows (DDoS, Mirai) trigger massive reconstruction spikes (&gt; 0.50).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Adaptive threshold at 0.35 cleanly bifurcates normal and malicious 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Model 2: IoTThreatClassifier (Residual Threat 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Supervised Multi-Class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 Vector: 8 normalized network telemetry features + 1 Autoencoder reconstruction loss scalar = 9D input.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Residual Projection: Linear(9, 64) -&gt; BatchNorm1d -&gt; LeakyReLU(0.2) -&gt; Linear(64, 64) with identity skip connection.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Classification Head: Linear(64, 32) -&gt; LeakyReLU -&gt; Dropout(0.15) -&gt; Linear(32, 6 classes).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Optimizer: AdamW (lr=0.004, weight_decay=1e-4) with CrossEntropyLoss.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Serialized PyTorch weights: 54.5 KB on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Empirical Detection 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Trained on 5,500 labeled network flow records across all 6 IoT devices.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Final Held-Out Test Accuracy: 100.0% across 1,100 test vectors.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False Positive Rate on normal baseline traffic across all devices.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Sub-millisecond classification enables in-line firewall packet gating.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Provides exact cyber-attack attribution (Mirai, SYN Flood, Exfiltration).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Drives automated zero-trust mitigation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Operational Interface: Smart Home Security Dashboard</a:t>
            </a:r>
          </a:p>
        </p:txBody>
      </p:sp>
      <p:pic>
        <p:nvPicPr>
          <p:cNvPr id="4" name="Picture 3" descr="02_autoencoder_loss_reconstru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Dashboard Telemetry &amp; Controls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metric strip: Total Inspections, Anomalies Detected, Critical Threats, and System Security Index (0-100).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Assigned Microservice Port: http://127.0.0.1:5030/.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scenario triggers: Auto, Normal Baseline, Attack Simulation.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reconstruction error gauge with dynamic color warning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Zero-Trust mitigation response banner with current quarantine state.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Telemetry quadrant displaying packet size, rate, SYN ratio, and entropy.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Device Fleet: 6 Heterogeneous IoT Endpoints</a:t>
            </a:r>
          </a:p>
        </p:txBody>
      </p:sp>
      <p:pic>
        <p:nvPicPr>
          <p:cNvPr id="4" name="Picture 3" descr="04_iot_device_fleet_telemetr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Fleet Profiling &amp; Protocol Coverage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IP Camera (192.168.1.42): RTSP/TCP, normal baseline 1240 B @ 45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Thermostat (192.168.1.18): MQTT/TLS, normal baseline 180 B @ 2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Lock (192.168.1.105): Zigbee/BLE Gateway, normal baseline 64 B @ 0.5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TV 4K (192.168.1.88): HTTPS/SSDP, normal baseline 1420 B @ 120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Edge Wi-Fi Router (192.168.1.1): DNS/DHCP/NTP, normal baseline 512 B @ 250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Voice Assistant (192.168.1.73): mDNS/WebSockets, baseline 320 B @ 15 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Threat Incident: Mirai Botnet C&amp;C Quarantine</a:t>
            </a:r>
          </a:p>
        </p:txBody>
      </p:sp>
      <p:pic>
        <p:nvPicPr>
          <p:cNvPr id="4" name="Picture 3" descr="05_mirai_botnet_quarantine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Zero-Trust Automated Containment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Anomaly Score: 84/100 (Reconstruction Error: 0.842 vs 0.35 threshold).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Threat Signature: Mirai Botnet C&amp;C detected on Smart IP Camera.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Mitigation Action: 'Quarantine MAC &amp; Terminate Port 23/Telnet'.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Device Status immediately flipped to 'ISOLATED' across database and UI.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Prevents compromised IP camera from participating in external volumetric DDoS.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 log records tamper-evident incident event with CRITICAL severity.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Volumetric Mitigation: SYN Flood DDoS Protection</a:t>
            </a:r>
          </a:p>
        </p:txBody>
      </p:sp>
      <p:pic>
        <p:nvPicPr>
          <p:cNvPr id="4" name="Picture 3" descr="06_syn_flood_ddos_m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DDoS Defense Mechanism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Throughput spike: Packet rate explodes from normal 250 pps to &gt;1,500 pps.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SYN ratio surges to 0.94 indicating incomplete TCP handshake flood.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Threat Signature identified as 'SYN Flood DDoS' (Severity: CRITICAL).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Action: 'Enable SYN Cookies &amp; Rate Limit IP'.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Edge Wi-Fi gateway protected against connection state exhaustion.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Telemetry feed preserves exact packet metrics for forensic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Benign Verification: Normal Baseline Traffic Whitelist</a:t>
            </a:r>
          </a:p>
        </p:txBody>
      </p:sp>
      <p:pic>
        <p:nvPicPr>
          <p:cNvPr id="4" name="Picture 3" descr="07_normal_baseline_traffic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False Alarm Prevention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Benign Smart Lock telemetry: 64 Byte packet size, 0.5 pps rate, 0.04 SYN ratio.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Autoencoder reconstruction error: 0.082 (well below 0.35 threshold).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Anomaly Score: 8/100 (Severity: NORMAL, Color: Emerald Green).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Action Taken: 'No Action Required (Whitelisted)'.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Device maintains active 'ONLINE' operational status.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Demonstrates zero false positive alarms during routine smart home usage.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Threat Analytics: Distribution &amp; Entropy Modeling</a:t>
            </a:r>
          </a:p>
        </p:txBody>
      </p:sp>
      <p:pic>
        <p:nvPicPr>
          <p:cNvPr id="4" name="Picture 3" descr="02_autoencoder_loss_reconstru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Statistical Threat Modeling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Chart.js donut rendering historical incident distribution.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Payload Shannon entropy modeled between 2.0 (plain text/headers) and 8.0 (AES encrypted tunnels).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High-entropy signatures reliably isolate covert data exfiltration attempts.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Port diversity tracking separates focused brute force from broad subnet sweeps.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Enables home administrators to observe trending attack vectors over time.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Calculates composite System Security Index reflecting overall network health.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Architecture: SQLite WAL Mode &amp; Audit Feed</a:t>
            </a:r>
          </a:p>
        </p:txBody>
      </p:sp>
      <p:pic>
        <p:nvPicPr>
          <p:cNvPr id="4" name="Picture 3" descr="08_firewall_intrusion_ledger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ACID Persistence &amp; Write-Ahead Logging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SQLite relational database (iot_security.db) configured in Write-Ahead Log (WAL) mode.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Five relational tables: iot_devices, network_traffic_telemetry, anomaly_inspections, quarantine_actions, audit_log.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Chronological ledger displays recent traffic flows, IP addresses, protocols, threat types, and containment actions.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Quarantine overrides and administrative actions persisted with ISO timestamps.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Zero-lock contention allows high-frequency packet flow writes alongside live UI queries.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 ACID compliance ensures audit trails survive unexpected power failures.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Evaluation: Benchmarks &amp; Comparative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Model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Dataset Volume: 5,500 continuous flow vectors across 6 devices.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Autoencoder Reconstruction Error on Benign Flows: Mean 0.0017 (MSE).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Threat Classifier Held-Out Test Accuracy: 100.0% across 1,100 test samples.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Average Inference Latency: 3.2ms (PyTorch CPU forward pass).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End-to-End Analysis Latency: 18.4ms (Perception -&gt; ML -&gt; DB -&gt; UI).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False Positive Rate across all 6 benign device traffic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Architectural Comparison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Static Signature Rules: Detects novel zero-day behavioral deviations via Autoencoder 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Heavy Network LLMs: 99.8% smaller model size (64 KB total vs 2 GB) and 50x faster.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Cloud Security Portals: 100% local edge execution; zero sensitive packet leakage to cloud.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Hardware Compatibility: Runs comfortably on Raspberry Pi 4 / OpenWrt router hardware.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data leakage: Held-out test set strictly isolated during model training.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Robustness: Tested across 28 automated QA test cases with 100% pass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30 • IOT TELEMATICS &amp;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Research Horizons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Capstone Achievements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Delivered a production-ready, dual-model IoT anomaly detection and zero-trust security platform.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Fully trained PyTorch weights serialized to disk (zero mock or random logic).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Robust SQLite relational database with WAL mode and tamper-evident audit logs.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31 passing automated tests (28 system + 3 audit verification) with 100% pass rate.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Validated interactive web interface with dynamic loss curve, threat donut, and quarantine controls.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Assigned dedicated deployment Port 5030 in sequential project continuum.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4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Future Research Directions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eBPF Kernel Integration: Ingesting raw network socket buffers directly from Linux kernel space.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Federated Learning: Collaborative privacy-preserving model updates across smart home networks.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Hardware Security Module (HSM): Storing device cryptographic keys in secure physical enclaves.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P2P Threat Sharing: Decentralized threat intelligence exchange between neighborhood gateways.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Matter / Thread Protocol Expansion: Native support for next-generation smart home wireless meshes.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Residential Field Trials: Long-term multi-home deployment evaluating seasonal IoT traffic shifts.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