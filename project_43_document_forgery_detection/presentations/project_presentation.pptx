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43 OF 55  •  RESEARCH &amp; IMPLEMENTATION DECK</a:t>
            </a:r>
          </a:p>
          <a:p>
            <a:pPr>
              <a:spcBef>
                <a:spcPts val="1400"/>
              </a:spcBef>
              <a:defRPr sz="3200" b="1">
                <a:solidFill>
                  <a:srgbClr val="FFFFFF"/>
                </a:solidFill>
              </a:defRPr>
            </a:pPr>
            <a:r>
              <a:t>AI-BASED DOCUMENT FORGERY DETECTION USING IMAGE PROCESSING AND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 Trained on a dataset containing authentic and synthetically forged document samples across various formats, the deep learning model extracts spatial and frequency domain features to identify tampered regions with fine granularity. Comparative evaluation against baseline forensic algorithms confirms superior sensitivity and lower false-alarm rates in highlighting forged regions. The automated system generates detailed heatmaps indicating potential manipulation zones, thereby assisting financial...</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43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