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20 OF 55  •  RESEARCH &amp; IMPLEMENTATION DECK</a:t>
            </a:r>
          </a:p>
          <a:p>
            <a:pPr>
              <a:spcBef>
                <a:spcPts val="1400"/>
              </a:spcBef>
              <a:defRPr sz="3200" b="1">
                <a:solidFill>
                  <a:srgbClr val="FFFFFF"/>
                </a:solidFill>
              </a:defRPr>
            </a:pPr>
            <a:r>
              <a:t>Weapon detection using machine learning yolov8</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Weapon detection using machine learning, specifically through the use of YOLOv8 (You Only Look Once version 8), aims to enhance security systems by automatically identifying weapons in real-time from images. YOLOv8, a state-of-the-art object detection algorithm, leverages deep learning techniques to detect and classify objects with high accuracy and efficiency. By training on large datasets of weapon images, YOLOv8 can identify various types of weapons, such as guns, knives, and explosives, even...</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20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