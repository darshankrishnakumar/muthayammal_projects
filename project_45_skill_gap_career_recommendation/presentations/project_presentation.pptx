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45 OF 55  •  RESEARCH &amp; IMPLEMENTATION DECK</a:t>
            </a:r>
          </a:p>
          <a:p>
            <a:pPr>
              <a:spcBef>
                <a:spcPts val="1400"/>
              </a:spcBef>
              <a:defRPr sz="3200" b="1">
                <a:solidFill>
                  <a:srgbClr val="FFFFFF"/>
                </a:solidFill>
              </a:defRPr>
            </a:pPr>
            <a:r>
              <a:t>SKILL-GAP ANALYSIS AND PERSONALIZED CAREER RECOMMENDATION USING MACHINE LEARNING</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45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"In the rapidly evolving global job market, emerging technological advancements continuously reshape required professional skill sets, creating substantial gaps between educational training and industry demands. Students and job seekers often struggle to identify specific skill deficiencies and navigate clear career advancement pathways. To address this challenge, this study introduces a machine learning-driven framework for automated skill-gap analysis and personalized career path recommendatio...</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45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45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45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45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45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45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