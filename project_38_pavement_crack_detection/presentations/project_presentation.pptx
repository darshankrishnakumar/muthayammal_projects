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38 OF 55  •  RESEARCH &amp; IMPLEMENTATION DECK</a:t>
            </a:r>
          </a:p>
          <a:p>
            <a:pPr>
              <a:spcBef>
                <a:spcPts val="1400"/>
              </a:spcBef>
              <a:defRPr sz="3200" b="1">
                <a:solidFill>
                  <a:srgbClr val="FFFFFF"/>
                </a:solidFill>
              </a:defRPr>
            </a:pPr>
            <a:r>
              <a:t>PAVEMENT CRACK DETECTION AND SEVERITY ASSESSMENT USING DEEP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"Regular assessment of pavement condition is vital for preserving road network integrity and ensuring commuter safety. Cracking is one of the earliest signs of pavement deterioration, and if left untreated, it can lead to severe structural failures like potholes. Traditional manual distress surveys are subjective, hazardous, and logistically challenging. This study proposes an automated pavement crack detection and severity assessment system based on deep learning. The system utilizes high-resol...</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38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