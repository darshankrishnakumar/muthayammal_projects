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24 OF 55  •  RESEARCH &amp; IMPLEMENTATION DECK</a:t>
            </a:r>
          </a:p>
          <a:p>
            <a:pPr>
              <a:spcBef>
                <a:spcPts val="1400"/>
              </a:spcBef>
              <a:defRPr sz="3200" b="1">
                <a:solidFill>
                  <a:srgbClr val="FFFFFF"/>
                </a:solidFill>
              </a:defRPr>
            </a:pPr>
            <a:r>
              <a:t>Early Detection of Financial Fraudulent Transactions Using Graph Neural Networks</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24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"The rapid growth of digital payments and online banking has increased the number of financial transactions performed every day, while also creating new opportunities for fraudulent activities. Traditional fraud detection systems often analyze transactions individually using predefined rules or conventional machine learning techniques. However, financial fraud is frequently connected to relationships between multiple accounts, devices, locations, and transactions, making it difficult to identify...</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24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24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24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24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24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24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