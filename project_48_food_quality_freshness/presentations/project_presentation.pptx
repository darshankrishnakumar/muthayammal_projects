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48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AI-Based Food Quality and Freshness Detection Using Computer Vision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Determining food freshness is commonly dependent on human inspection, which can be subjective and inconsistent. This project proposes an intelligent computer-vision system for estimating food quality by analyzing visible characteristics such as color variation, surface texture, structural changes, discoloration, and detected spoilage regions. Instead of producing only a fresh/rotten classification, the proposed system generates a progressive freshness score and identifies the visual regions cont...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48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