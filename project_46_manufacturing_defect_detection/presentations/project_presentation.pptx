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46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Automated Product Defect Detection in Manufacturing Using Vision-Based Deep Learning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Manual quality inspection in manufacturing can be time-consuming and may produce inconsistent results, especially when defects are small or repetitive. This project proposes an automated visual inspection system that analyzes product images captured on a production line to detect and localize manufacturing defects. A deep-learning model identifies abnormalities such as scratches, cracks, dents, surface irregularities, missing components, and assembly defects. Instead of simply classifying produc...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46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