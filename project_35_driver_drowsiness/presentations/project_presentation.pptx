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35 OF 55  •  RESEARCH &amp; IMPLEMENTATION DECK</a:t>
            </a:r>
          </a:p>
          <a:p>
            <a:pPr>
              <a:spcBef>
                <a:spcPts val="1400"/>
              </a:spcBef>
              <a:defRPr sz="3200" b="1">
                <a:solidFill>
                  <a:srgbClr val="FFFFFF"/>
                </a:solidFill>
              </a:defRPr>
            </a:pPr>
            <a:r>
              <a:t>REAL-TIME DRIVER DROWSINESS DETECTION USING FACIAL LANDMARK ANALYSIS AND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"Driver drowsiness is one of the leading causes of traffic accidents worldwide, resulting in significant loss of life and property damage. Developing an automated system that monitors driver attentiveness in real-time is essential to mitigate these risks and enhance road safety. This study presents a non-invasive, real-time driver drowsiness detection system that utilizes facial landmark analysis combined with deep learning techniques. The system uses a standard camera positioned on the vehicle ...</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35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