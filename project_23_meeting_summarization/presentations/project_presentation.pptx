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23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AI-Based Meeting Summarization and Action-Item Extraction Using Natural Language Processing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"Meetings are an important part of academic, business, and organizational activities, where discussions often contain decisions, responsibilities, deadlines, and important follow-up tasks. However, manually recording and reviewing lengthy meeting conversations can be time-consuming, and important action items may be overlooked. The proposed AI-Based Meeting Summarization and Action-Item Extraction System Using Natural Language Processing (NLP) aims to automatically convert meeting conversations 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23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