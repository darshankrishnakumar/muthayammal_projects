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49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Personalized Healthcare Risk Assessment Using Machine Learning and Patient History Analysis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Healthcare risk assessment often considers individual medical parameters independently, while long-term patient history can contain valuable information about changing health patterns. This project proposes a personalized machine-learning framework that analyzes longitudinal patient records, lifestyle information, previous medical observations, medication patterns, and laboratory measurements to estimate future health risks. Rather than producing a single disease prediction, the system construct...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