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32 OF 55  •  RESEARCH &amp; IMPLEMENTATION DECK</a:t>
            </a:r>
          </a:p>
          <a:p>
            <a:pPr>
              <a:spcBef>
                <a:spcPts val="1400"/>
              </a:spcBef>
              <a:defRPr sz="3200" b="1">
                <a:solidFill>
                  <a:srgbClr val="FFFFFF"/>
                </a:solidFill>
              </a:defRPr>
            </a:pPr>
            <a:r>
              <a:t>PREDICTIVE MAINTENANCE OF INDUSTRIAL MACHINES USING MULTIVARIATE SENSOR DATA AND DEEP LEARNING</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32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"Predictive Maintenance of Industrial Machines Using Multivariate Sensor Data and Deep Learning is a comprehensive and crucial project aimed at addressing unexpected equipment failures, costly downtime, and inefficiencies in modern manufacturing and industrial environments. As industrial automation accelerates, facilities increasingly rely on interconnected machinery that continuously generates complex operational metrics, making them prime targets for sudden mechanical breakdowns if faults are ...</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32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32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32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32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32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32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