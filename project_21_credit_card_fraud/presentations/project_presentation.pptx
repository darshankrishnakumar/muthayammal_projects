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21 OF 55  •  RESEARCH &amp; IMPLEMENTATION DECK</a:t>
            </a:r>
          </a:p>
          <a:p>
            <a:pPr>
              <a:spcBef>
                <a:spcPts val="1400"/>
              </a:spcBef>
              <a:defRPr sz="3200" b="1">
                <a:solidFill>
                  <a:srgbClr val="FFFFFF"/>
                </a:solidFill>
              </a:defRPr>
            </a:pPr>
            <a:r>
              <a:t>Credit Card Fraud Detection using Machine Learning Algorithms</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This Project is focused on credit card fraud detection in real world scenarios. Nowadays credit card frauds are drastically increasing in number as compared to earlier times. Criminals are using fake identity and various technologies to trap the users and get the money out of them. Therefore, it is very essential to find a solution to these types of frauds. In this proposed project we designed a model to detect the fraud activity in credit card transactions. This system can provide most of the i...</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21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