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04 OF 55  •  RESEARCH &amp; IMPLEMENTATION DECK</a:t>
            </a:r>
          </a:p>
          <a:p>
            <a:pPr>
              <a:spcBef>
                <a:spcPts val="1400"/>
              </a:spcBef>
              <a:defRPr sz="3200" b="1">
                <a:solidFill>
                  <a:srgbClr val="FFFFFF"/>
                </a:solidFill>
              </a:defRPr>
            </a:pPr>
            <a:r>
              <a:t>CAR PRICE PREDICTION</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The rapid growth of the automobile market has increased the need for accurate car price evaluation systems. Manual appraisal often lacks consistency and depends heavily on individual expertise, leading to inaccurate pricing. This project proposes a machine learning–based car price prediction system using Random Forest Regression. The model analyzes historical car data and learns the relationship between features such as brand, model, year, mileage, fuel type, engine capacity, transmission type, ...</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04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