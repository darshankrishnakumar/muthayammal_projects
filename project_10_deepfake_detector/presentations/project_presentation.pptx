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10 OF 55  •  RESEARCH &amp; IMPLEMENTATION DECK</a:t>
            </a:r>
          </a:p>
          <a:p>
            <a:pPr>
              <a:spcBef>
                <a:spcPts val="1400"/>
              </a:spcBef>
              <a:defRPr sz="3200" b="1">
                <a:solidFill>
                  <a:srgbClr val="FFFFFF"/>
                </a:solidFill>
              </a:defRPr>
            </a:pPr>
            <a:r>
              <a:t>Deep fake detector using deep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The Deepfake Detector using Deep Learning project aims to identify and classify manipulated digital media, specifically images and Images, generated through advanced AI techniques. Leveraging the capabilities of convolutional neural networks (CNN) and deep learning models, the system extracts subtle facial and visual features that distinguish authentic content from synthetic manipulations. The project involves preprocessing media data, training a robust neural network model, and evaluating its p...</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10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