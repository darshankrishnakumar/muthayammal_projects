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05 OF 55  •  RESEARCH &amp; IMPLEMENTATION DECK</a:t>
            </a:r>
          </a:p>
          <a:p>
            <a:pPr>
              <a:spcBef>
                <a:spcPts val="1400"/>
              </a:spcBef>
              <a:defRPr sz="3200" b="1">
                <a:solidFill>
                  <a:srgbClr val="FFFFFF"/>
                </a:solidFill>
              </a:defRPr>
            </a:pPr>
            <a:r>
              <a:t>CAREER GUIDANCE APP FOR STUDENTS - AI ASSISTED</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05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In response to the complex challenges students encounter in navigating their career paths, our innovative approach integrates AI assistance into career guidance. By utilizing Support Vector Machine (SVM) algorithms, we enhance interaction and efficiency within the guidance process. Our model ensures high accuracy and predictive capabilities, enabling precise recommendations for career trajectories. The efficiency techniques embedded in our model contribute to its accuracy, ensuring students rece...</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05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05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05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05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05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05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