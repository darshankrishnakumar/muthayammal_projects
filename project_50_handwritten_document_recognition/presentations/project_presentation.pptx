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50 OF 55  •  RESEARCH &amp; IMPLEMENTATION DECK</a:t>
            </a:r>
          </a:p>
          <a:p>
            <a:pPr>
              <a:spcBef>
                <a:spcPts val="1400"/>
              </a:spcBef>
              <a:defRPr sz="3200" b="1">
                <a:solidFill>
                  <a:srgbClr val="FFFFFF"/>
                </a:solidFill>
              </a:defRPr>
            </a:pPr>
            <a:r>
              <a:t>AI-Based Handwritten Document Recognition and Information Extraction Using Deep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Handwritten documents contain valuable information but are difficult to process automatically because handwriting styles, layouts, and document structures vary significantly. This project proposes an intelligent document-processing system that combines handwritten text recognition, document layout analysis, and semantic information extraction. The system first identifies relevant regions such as names, dates, addresses, identifiers, signatures, and handwritten content before converting the handw...</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50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