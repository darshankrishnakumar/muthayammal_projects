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31 OF 55  •  RESEARCH &amp; IMPLEMENTATION DECK</a:t>
            </a:r>
          </a:p>
          <a:p>
            <a:pPr>
              <a:spcBef>
                <a:spcPts val="1400"/>
              </a:spcBef>
              <a:defRPr sz="3200" b="1">
                <a:solidFill>
                  <a:srgbClr val="FFFFFF"/>
                </a:solidFill>
              </a:defRPr>
            </a:pPr>
            <a:r>
              <a:t>FLOOD RISK PREDICTION AND REAL-TIME EARLY WARNING SYSTEM USING MACHINE LEARNING AND GEOSPATIAL DATA</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"Flood Risk Prediction and Real-Time Early Warning System Using Machine Learning and Geospatial Data is a comprehensive and crucial project aimed at addressing unexpected natural disasters, public safety risks, and hydrological forecasting inefficiencies in modern urban and rural environments. As climate change and urbanization accelerate, communities increasingly rely on interconnected monitoring networks that continuously generate complex environmental metrics, making them prime targets for su...</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