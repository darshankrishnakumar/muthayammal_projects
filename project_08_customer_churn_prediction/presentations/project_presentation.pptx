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08 OF 55  •  RESEARCH &amp; IMPLEMENTATION DECK</a:t>
            </a:r>
          </a:p>
          <a:p>
            <a:pPr>
              <a:spcBef>
                <a:spcPts val="1400"/>
              </a:spcBef>
              <a:defRPr sz="3200" b="1">
                <a:solidFill>
                  <a:srgbClr val="FFFFFF"/>
                </a:solidFill>
              </a:defRPr>
            </a:pPr>
            <a:r>
              <a:t>Customer churn prediction system: a machine learning approach</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The customer churn prediction (CCP) is one of the challenging problems in the telecom industry. With the advancement in the field of machine learning and artificial intelligence, the possibilities to predict customer churn has increased significantly. Our proposed methodology, consists of six phases. In the first two phases, data pre-processing and feature analysis is performed. In the third phase, feature selection is taken into consideration using gravitational search algorithm. Next, the data...</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08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