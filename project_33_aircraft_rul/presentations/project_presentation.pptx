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33 OF 55  •  RESEARCH &amp; IMPLEMENTATION DECK</a:t>
            </a:r>
          </a:p>
          <a:p>
            <a:pPr>
              <a:spcBef>
                <a:spcPts val="1400"/>
              </a:spcBef>
              <a:defRPr sz="3200" b="1">
                <a:solidFill>
                  <a:srgbClr val="FFFFFF"/>
                </a:solidFill>
              </a:defRPr>
            </a:pPr>
            <a:r>
              <a:t>REMAINING USEFUL LIFE PREDICTION OF AIRCRAFT COMPONENTS USING MACHINE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"Remaining Useful Life Prediction of Aircraft Components Using Machine Learning is a comprehensive and crucial project aimed at addressing unexpected equipment failures, costly downtime, and safety risks in modern aerospace environments. As aviation complexity accelerates, airlines and manufacturers increasingly rely on interconnected systems that continuously generate complex operational metrics, making them prime targets for sudden mechanical breakdowns if component degradation is not proactiv...</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