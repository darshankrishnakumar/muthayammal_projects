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41 OF 55  •  RESEARCH &amp; IMPLEMENTATION DECK</a:t>
            </a:r>
          </a:p>
          <a:p>
            <a:pPr>
              <a:spcBef>
                <a:spcPts val="1400"/>
              </a:spcBef>
              <a:defRPr sz="3200" b="1">
                <a:solidFill>
                  <a:srgbClr val="FFFFFF"/>
                </a:solidFill>
              </a:defRPr>
            </a:pPr>
            <a:r>
              <a:t>AI-BASED FRUIT QUALITY GRADING AND DEFECT DETECTION USING COMPUTER VISION</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"Quality assessment and grading in the agricultural and food processing industries are critical for minimizing post-harvest losses, ensuring food safety, and meeting export quality standards. Manual inspection methods are labor-intensive, subjective, and prone to inconsistency due to human fatigue and visual limitations. To address these operational challenges, this research presents an intelligent computer vision system for automated fruit quality grading and defect detection. The proposed arch...</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