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47 OF 55  •  RESEARCH &amp; IMPLEMENTATION DECK</a:t>
            </a:r>
          </a:p>
          <a:p>
            <a:pPr>
              <a:spcBef>
                <a:spcPts val="1400"/>
              </a:spcBef>
              <a:defRPr sz="3200" b="1">
                <a:solidFill>
                  <a:srgbClr val="FFFFFF"/>
                </a:solidFill>
              </a:defRPr>
            </a:pPr>
            <a:r>
              <a:t>Intelligent Classroom Engagement Analysis Using Facial Expression and Activity Recognition</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47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Traditional classroom evaluation generally relies on attendance and examination results, which do not provide continuous information about student engagement. This project proposes an AI-based classroom analytics system that estimates student engagement by combining facial expressions, head orientation, body activity, gaze direction, and classroom participation patterns. Video frames are processed to identify individual or group-level behavioral indicators while preserving privacy through anonym...</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47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47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47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47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47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47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