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52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AI-Based Crowd Density Estimation and Anomaly Detection for Public Safety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Managing large crowds is challenging because dangerous situations can develop rapidly before security personnel recognize them. This project proposes an intelligent video-analytics system that combines crowd density estimation, movement-pattern analysis, and abnormal-event detection. Instead of relying only on people counting, the system analyzes changes in crowd distribution, movement direction, local congestion, sudden dispersal, unusual gathering behavior, and restricted-area movement. A spat...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