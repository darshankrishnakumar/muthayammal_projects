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22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AI-Based Customer Complaint Classification and Priority Prediction Using NLP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"Customer complaints provide valuable information about problems faced by users, but handling a large number of complaints manually can be time-consuming and inefficient. Complaints received through emails, online forms, chat platforms, and customer-support systems may contain different types of issues, making it difficult for support teams to quickly identify which complaints require immediate attention. The proposed AI-Based Customer Complaint Classification and Priority Prediction System Usin...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22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