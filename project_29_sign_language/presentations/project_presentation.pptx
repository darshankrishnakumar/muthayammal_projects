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29 OF 55  •  RESEARCH &amp; IMPLEMENTATION DECK</a:t>
            </a:r>
          </a:p>
          <a:p>
            <a:pPr>
              <a:spcBef>
                <a:spcPts val="1400"/>
              </a:spcBef>
              <a:defRPr sz="3200" b="1">
                <a:solidFill>
                  <a:srgbClr val="FFFFFF"/>
                </a:solidFill>
              </a:defRPr>
            </a:pPr>
            <a:r>
              <a:t>AI-BASED SIGN LANGUAGE TRANSLATION WITH REAL-TIME SPEECH AND TEXT GENERATION</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"AI-Based Sign Language Translation with Real-Time Speech and Text Generation is a comprehensive and crucial project aimed at addressing communication barriers, accessibility gaps, and social inclusion challenges in modern communities and digital environments. As digital communication accelerates, societies increasingly rely on inclusive interactions, making the deaf and hard-of-hearing community prime targets for communication isolation if gestural translation is not proactively supported. Trad...</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29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