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06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CHILD GAIT PREDICTION USING MACHINE LEARNING AND STREAMLIT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"Child gait analysis plays a vital role in understanding the motor development, mobility patterns, and potential walking disorders in toddlers. Traditional methods for gait assessment are often manual, time-consuming, and require specialized equipment or clinical expertise, making early detection and monitoring challenging. To address this, the Child Gait Prediction system has been developed as a Python Streamlit application that leverages machine learning techniques to predict the type of gait 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