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27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Retrieval-Augmented AI System for Intelligent Question Answering from Academic Documents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27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"Academic institutions and students work with a large volume of digital resources such as textbooks, lecture notes, research papers, question banks, laboratory manuals, and project documents. Finding specific information from lengthy academic documents can be time-consuming, while conventional keyword-based search systems often fail to understand the actual meaning or context of a user's question. The proposed Retrieval-Augmented AI System for Intelligent Question Answering from Academic Documen...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27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27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27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27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27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27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