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11 OF 55  •  RESEARCH &amp; IMPLEMENTATION DECK</a:t>
            </a:r>
          </a:p>
          <a:p>
            <a:pPr>
              <a:spcBef>
                <a:spcPts val="1400"/>
              </a:spcBef>
              <a:defRPr sz="3200" b="1">
                <a:solidFill>
                  <a:srgbClr val="FFFFFF"/>
                </a:solidFill>
              </a:defRPr>
            </a:pPr>
            <a:r>
              <a:t>DEEP LEARNING BASED PARKINSON’S DISEASE DIAGNOSIS THROUGH RECURRENT NEURAL NETWORKS WITH INCEPTION NET MODELS</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11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Long Short-Term Memory (LSTM) networks are a leading model for Computer-Aided Diagnosis (CAD) systems because they are highly regarded in deep learning (DL) and have shown promising results in medical dataset processing. In addition to Parkinson's Disease (PD), which is commonly diagnosed with Single Photon Emission Computed Tomography (SPECT) scans, their value extends to the detection of neurological disorders. However, relying entirely on visual assessment of SPECT datasets during medical tes...</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11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11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11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11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11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11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