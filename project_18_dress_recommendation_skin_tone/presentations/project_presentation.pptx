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18 OF 55  •  RESEARCH &amp; IMPLEMENTATION DECK</a:t>
            </a:r>
          </a:p>
          <a:p>
            <a:pPr>
              <a:spcBef>
                <a:spcPts val="1400"/>
              </a:spcBef>
              <a:defRPr sz="3200" b="1">
                <a:solidFill>
                  <a:srgbClr val="FFFFFF"/>
                </a:solidFill>
              </a:defRPr>
            </a:pPr>
            <a:r>
              <a:t>Skin Tone Body Measurement based Dress Recommendation</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People often struggle to do what they ideally want because of a conflict between their actual and ideal preferences. By focusing on maximizing engagement, recommendation algorithms appear to be exacerbating this struggle. However, this need not be the case. Here we show that tailoring recommendation using machine learning algorithms TF-IDF and GBM Gradient Boosting Method to ideal (vs. actual) preferences would provide meaningful benefits to both users and companies. Recommendation systems are s...</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18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