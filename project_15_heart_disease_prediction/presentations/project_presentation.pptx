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15 OF 55  •  RESEARCH &amp; IMPLEMENTATION DECK</a:t>
            </a:r>
          </a:p>
          <a:p>
            <a:pPr>
              <a:spcBef>
                <a:spcPts val="1400"/>
              </a:spcBef>
              <a:defRPr sz="3200" b="1">
                <a:solidFill>
                  <a:srgbClr val="FFFFFF"/>
                </a:solidFill>
              </a:defRPr>
            </a:pPr>
            <a:r>
              <a:t>Heart Disease Prediction</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15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This project presents an intelligent system for the early detection and classification of heart disease using advanced machine learning and deep learning techniques. The model is developed by utilizing patient health data such as age, blood pressure, cholesterol levels, and other clinical parameters to identify potential cardiovascular risks. Data preprocessing methods, including normalization and feature selection, are applied to improve model performance. The system leverages algorithms such a...</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15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15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15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15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15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15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